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ut, Shubham" userId="cc4d20d0-57c1-4e85-b78c-190fb98314e6" providerId="ADAL" clId="{1A0B2810-344C-46DE-8B39-3A1B5156D2D0}"/>
    <pc:docChg chg="addSld modSld">
      <pc:chgData name="Raut, Shubham" userId="cc4d20d0-57c1-4e85-b78c-190fb98314e6" providerId="ADAL" clId="{1A0B2810-344C-46DE-8B39-3A1B5156D2D0}" dt="2026-03-13T08:52:11.245" v="9" actId="20577"/>
      <pc:docMkLst>
        <pc:docMk/>
      </pc:docMkLst>
      <pc:sldChg chg="modSp new mod">
        <pc:chgData name="Raut, Shubham" userId="cc4d20d0-57c1-4e85-b78c-190fb98314e6" providerId="ADAL" clId="{1A0B2810-344C-46DE-8B39-3A1B5156D2D0}" dt="2026-03-13T08:52:11.245" v="9" actId="20577"/>
        <pc:sldMkLst>
          <pc:docMk/>
          <pc:sldMk cId="543332694" sldId="256"/>
        </pc:sldMkLst>
        <pc:spChg chg="mod">
          <ac:chgData name="Raut, Shubham" userId="cc4d20d0-57c1-4e85-b78c-190fb98314e6" providerId="ADAL" clId="{1A0B2810-344C-46DE-8B39-3A1B5156D2D0}" dt="2026-03-13T08:52:11.245" v="9" actId="20577"/>
          <ac:spMkLst>
            <pc:docMk/>
            <pc:sldMk cId="543332694" sldId="256"/>
            <ac:spMk id="2" creationId="{7770CC98-9CF8-0479-9AB6-1A4F7D62208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3EEF5-C6ED-7F15-43B2-20A402D9A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F7474-FE6E-A2E2-4BF6-1A431BDC5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74303-7A7D-5112-EAAC-46E9E7ED6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D913-4857-4DF1-A3D4-36007DB7319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F7DD2-CFBB-7F1C-4869-0E241814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EFC8E-3AD9-0956-38DD-A259D12D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A8B5B-6179-47CE-A1A0-BF3817C41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13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0701-2F21-9151-17A3-110067A5F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9912A-208D-0ED5-FBDD-BBFF76B9F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E0DA7-C67D-0EF7-FEB2-90E431964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D913-4857-4DF1-A3D4-36007DB7319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FF181-D404-AA01-202E-0E5835D77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57489-3E90-8099-85A3-D63FC3AA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A8B5B-6179-47CE-A1A0-BF3817C41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83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54C86-9A5D-13EC-B338-A8E8E00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F0718-9B4A-5E85-7A95-8A9C4C160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3BFDE-2F6B-62F2-7947-644D56BB2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D913-4857-4DF1-A3D4-36007DB7319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47D94-9014-931B-7878-7C21B24F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0D214-D6F7-A74A-342C-A8FB4376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A8B5B-6179-47CE-A1A0-BF3817C41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322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24455-4333-2E9A-EC48-D565CE1B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F9DB-C97D-E816-D9B7-0BF5EA1F2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96E22-129A-22B6-A847-6FA068232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4ADBA-4EBA-3873-21AA-79E55A9B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D913-4857-4DF1-A3D4-36007DB7319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79D14-2815-EFF7-E156-1C158829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D004B-F59B-9364-12E3-3B0A116E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A8B5B-6179-47CE-A1A0-BF3817C41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707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22A72-BAB1-F778-450D-3EE86FF14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0F6A7-37FE-D41A-41B3-797FA6DFE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B2942-1621-1D0F-4D9C-BAFA0182F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5598DA-A1B4-B86F-F599-0F8A253B8F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186541-2ACE-1276-AAF4-5826EA1FD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B58DCD-03E4-D4B6-93D3-8B70BA9AC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D913-4857-4DF1-A3D4-36007DB7319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4D2121-3776-E00B-0666-0B731F227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26A18-0C12-5659-6501-824907288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A8B5B-6179-47CE-A1A0-BF3817C41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568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39AB8-895F-84AC-3FE1-96A41FC0B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14D768-0A80-7445-E3A9-7FD5E59B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D913-4857-4DF1-A3D4-36007DB7319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8314D-A8B2-3BB4-4694-B477506C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54C9A-2289-6148-95FA-9B7B8BB1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A8B5B-6179-47CE-A1A0-BF3817C41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147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44CAEE-884D-9EFB-0915-8603E41F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D913-4857-4DF1-A3D4-36007DB7319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E26E05-6D67-C902-141C-656DAF10E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4D531-64BE-E7E4-951B-CAECE0A2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A8B5B-6179-47CE-A1A0-BF3817C41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58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0232A-A13D-DD6F-CD3C-0F054131F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CBA69-E7C2-89F7-1DA5-0EA413CEE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EB981-9C14-BB61-050B-C8301CD31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F11C6-5F8E-0B74-770B-8E4B3BB42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D913-4857-4DF1-A3D4-36007DB7319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42321-B379-AEA0-7117-2A2ED8741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97448-FFAF-2686-7051-16F60706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A8B5B-6179-47CE-A1A0-BF3817C41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120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4B497-ED2A-DD33-CEF2-1E3D8ECB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600AA1-D9B4-FE11-EADC-63C6C1EC0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128DB-04A5-1EA2-AC91-0F74A14EE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0C4F6-06C0-AA19-5EB3-1A44863F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D913-4857-4DF1-A3D4-36007DB7319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3571D-18A9-ED20-A4A3-AC681A788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09F77-C986-681C-FAE6-BD1FAFC0E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A8B5B-6179-47CE-A1A0-BF3817C41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22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984B2-7555-621D-64BA-EC39F1AFF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E8731F-699A-C2E6-0CCB-EE2B4D5F6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1D51F-7BBC-8147-E834-BC942715D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D913-4857-4DF1-A3D4-36007DB7319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43798-B72E-8DE6-01B5-68B213CE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523E9-FAAA-B6E9-71D5-1D542775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A8B5B-6179-47CE-A1A0-BF3817C41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397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C83F5C-7187-1BB4-D33E-61F429D416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7F15E5-6F97-07E0-2A1F-C5B803E91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40D61-DD32-54DA-45B5-93473236F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D913-4857-4DF1-A3D4-36007DB7319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DAFD3-2300-99CE-A11C-41797184B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A5BCE-7DD1-8BE7-6D41-8C4B6782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A8B5B-6179-47CE-A1A0-BF3817C41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19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70651-8A35-585F-7124-DCA13FE6E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2ACC0-AA3F-E8EC-A207-C828B59FE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DD288-9416-01F9-41AB-B80ECB5F41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9DD913-4857-4DF1-A3D4-36007DB7319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EC905-F77E-9811-8E6A-AA728D462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3D5DD-572F-6BAF-121B-9B404453F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A8B5B-6179-47CE-A1A0-BF3817C41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0CC98-9CF8-0479-9AB6-1A4F7D6220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Namaste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C018A-1CE1-1D4A-8432-AAFA97A3A9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332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0754b47-c413-4aa1-bfc3-c33089241f4f}" enabled="1" method="Standard" siteId="{e339bd4b-2e3b-4035-a452-2112d502f2f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Namaste</vt:lpstr>
    </vt:vector>
  </TitlesOfParts>
  <Company>SAINT-GOBAIN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Raut, Shubham</dc:creator>
  <cp:lastModifiedBy>Raut, Shubham</cp:lastModifiedBy>
  <cp:revision>1</cp:revision>
  <dcterms:created xsi:type="dcterms:W3CDTF">2026-03-13T08:52:07Z</dcterms:created>
  <dcterms:modified xsi:type="dcterms:W3CDTF">2026-03-13T08:52:13Z</dcterms:modified>
</cp:coreProperties>
</file>